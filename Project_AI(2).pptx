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71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Представляю проект — аналитический веб-сервис на датасете Instacart. Сервис даёт пользователю персональный анализ покупок и административный дашборд для бизнеса. Стек: Python Flask, SQLite на 32 миллиона строк, Mistral AI для рекомендаций, Loginom для аналитики и Chart.js для визуализации.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— полноценный веб-сервис. Пользователь вводит ID покупателя и получает персональный анализ: что чаще заказывал, ритм покупок, забытые товары, лучшее время. Параллельно работает административный дашборд с агрегированной статистикой по всем покупателям — как инструмент для менеджера магазина.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методологии требовалась интеграция с REST-сервисами Loginom. Реализовано 4 сервиса: история покупок, ритм покупок, забытые товары и лучшее время заказа. Все они вызываются через одну универсальную функцию _loginom_get, которая умеет разбирать разные форматы JSON-ответа.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языковой модели использован Mistral AI вместо GigaChat, так как GigaChat недоступен без VPN. Ключи API хранятся только в .env файле. Mistral вызывается в пяти местах — от персональных рекомендаций до аналитики дашборда. Код опубликован на GitHub, секреты и базы данных исключены через .gitignore.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состоит из четырёх страниц: личный кабинет с входом по ID, страница Мои покупки с диаграммами и рекомендацией, страница Аналитика с тремя сервисами Loginom, и административный Дашборд с агрегированной статистикой.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собственная разработка — постоянный кеш на SQLite с TTL для разных типов данных: от 5 минут для истории до 30 минут для дашборда. Кеш — это файл на диске, поэтому он переживает перезапуски Flask, а рядом с заголовком показывается бейдж «из кэша» для прозрачности.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придумали систему уровней клиента по аналогии с программами лояльности — от Новичка до VIP по количеству заказов. Также решили задачу двуязычности: база Instacart на английском, а Mistral отвечает по-русски. Модель выдаёт пару «русское название / английское ключевое слово», и по английскому слову находится реальный товар в базе.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Отдельная гордость — оптимизация SQL-запроса для дашборда. Таблица orders_prior содержит 32 миллиона строк, и первая версия запроса с JOIN выполнялась 107 секунд — страница просто не загружалась. Решение: сначала агрегировать по product_id, получив всего 49 тысяч строк, и только потом делать JOIN, плюс добавить покрывающий индекс. Итог — ускорение в 44 раза, до 2.4 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Также добавили ряд UX-улучшений: анимированный прелоадер с меняющимися текстами вместо белого экрана ожидания; функцию, которая автоматически убирает неестественные приветствия из ответов Mistral; и три кнопки действия под каждой рекомендацией — копировать, обновить анализ и сохранить в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простая и понятная: app.py содержит семь маршрутов Flask, вся логика вынесена в business_rules.py — работа с Loginom, Mistral, SQLite и кешем. На примере страницы /history видно полный поток: запрос идёт сначала в кеш, при промахе — к Loginom, результат кешируется, затем идёт запрос к Mistral, тоже с кешированием, и в конце определяется уровень клиента для рендера страницы.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Подводя итог: мы выполнили все требования методологии — интеграцию с Loginom, языковую модель Mistral, публикацию на GitHub и многостраничное приложение. Сверх задания добавили постоянный кеш, систему уровней клиента, двуязычные рекомендации товаров и серьёзно оптимизировали производительность SQL-запросов.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Аналитический веб-сервис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базе датасета Instacart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Персонализированная аналитика покупок + административный дашборд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SQLite · Mistral AI · Loginom · Chart.js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0E5F2E8-1679-449D-A2FF-6C2617D965F3}"/>
              </a:ext>
            </a:extLst>
          </p:cNvPr>
          <p:cNvSpPr/>
          <p:nvPr/>
        </p:nvSpPr>
        <p:spPr>
          <a:xfrm>
            <a:off x="64008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dirty="0">
                <a:solidFill>
                  <a:schemeClr val="bg2"/>
                </a:solidFill>
              </a:rPr>
              <a:t>Проект выполнили</a:t>
            </a:r>
            <a:r>
              <a:rPr lang="en-US" sz="1600" dirty="0">
                <a:solidFill>
                  <a:schemeClr val="bg2"/>
                </a:solidFill>
              </a:rPr>
              <a:t>: </a:t>
            </a:r>
            <a:r>
              <a:rPr lang="ru-RU" sz="1600" dirty="0" err="1">
                <a:solidFill>
                  <a:schemeClr val="bg2"/>
                </a:solidFill>
              </a:rPr>
              <a:t>Паничев</a:t>
            </a:r>
            <a:r>
              <a:rPr lang="ru-RU" sz="1600" dirty="0">
                <a:solidFill>
                  <a:schemeClr val="bg2"/>
                </a:solidFill>
              </a:rPr>
              <a:t> Семён, </a:t>
            </a:r>
            <a:r>
              <a:rPr lang="ru-RU" sz="1600" dirty="0" err="1">
                <a:solidFill>
                  <a:schemeClr val="bg2"/>
                </a:solidFill>
              </a:rPr>
              <a:t>Мирошкин</a:t>
            </a:r>
            <a:r>
              <a:rPr lang="ru-RU" sz="1600" dirty="0">
                <a:solidFill>
                  <a:schemeClr val="bg2"/>
                </a:solidFill>
              </a:rPr>
              <a:t> Иван, Трапезников Никита</a:t>
            </a:r>
            <a:endParaRPr lang="en-US" sz="1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Общее описание проекта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F0F7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ID покупателя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вводит ID из датасета и получает персональный разбор своей истории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F0F7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показывает сервис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товары, частота покупок, забытые товары, лучшее время заказа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F0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Админ-дашборд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Агрегированная статистика по всем покупателям для менеджера магазина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Интеграция с Loginom: 4 сервиса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937198"/>
              </p:ext>
            </p:extLst>
          </p:nvPr>
        </p:nvGraphicFramePr>
        <p:xfrm>
          <a:off x="548640" y="1280160"/>
          <a:ext cx="10972800" cy="15240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Возвращает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История покупок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GetUserHistory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Топ-10 товаров пользователя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Ритм покупок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GetPurchaseRhythm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Среднее/мин/макс дней между заказами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Забытые товары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GetForgottenProducts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Товары, не заказанные последние 3 раза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Лучшее время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GetBestOrderTime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Тепловая карта заказов по дням/часам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548640" y="273377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4 сервиса вызываются через единую функцию _loginom_get(), которая разбирает разные форматы ответа Loginom.</a:t>
            </a:r>
            <a:endParaRPr lang="en-US" sz="13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EBA0A6-4689-4CCF-8699-CB8F1CEC3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160" y="3196924"/>
            <a:ext cx="6129101" cy="33764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Языковая модель и репозиторий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0F7F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(mistral-small-latest)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 err="1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</a:t>
            </a: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только в .env, не в git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Используется в 5 местах приложения:</a:t>
            </a:r>
            <a:endParaRPr lang="en-US" sz="13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рекомендации, ритм, забытые товары,</a:t>
            </a:r>
            <a:endParaRPr lang="en-US" sz="13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лучшее время, аналитика дашборда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0F7F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на GitHub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192024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вместо GitVerse из методологии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.sqlite, cache.db исключены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.gitignore — секреты никогда</a:t>
            </a:r>
            <a:endParaRPr lang="en-US" sz="13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попадают в репозиторий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Многостраничное Flask-приложение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2048592"/>
          </a:xfrm>
          <a:prstGeom prst="roundRect">
            <a:avLst>
              <a:gd name="adj" fmla="val 2807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508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591392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ID, профиль клиента, рекомендации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06040" cy="2057400"/>
          </a:xfrm>
          <a:prstGeom prst="roundRect">
            <a:avLst>
              <a:gd name="adj" fmla="val 2807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508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/history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874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Мои покупки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6002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Топ-10 товаров, диаграммы, рекомендация Mistral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06040" cy="2057400"/>
          </a:xfrm>
          <a:prstGeom prst="roundRect">
            <a:avLst>
              <a:gd name="adj" fmla="val 2807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508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/insights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874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сервиса: ритм, забытые товары, лучшее время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15400" y="1371600"/>
            <a:ext cx="2606040" cy="2057400"/>
          </a:xfrm>
          <a:prstGeom prst="roundRect">
            <a:avLst>
              <a:gd name="adj" fmla="val 2807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52560" y="1508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1874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52560" y="1591392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Агрегированная статистика по всем пользователям</a:t>
            </a:r>
            <a:endParaRPr lang="en-US" sz="1250" dirty="0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FAE85F69-A91B-4013-93B3-5556FEB74E2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6000" y="3533686"/>
            <a:ext cx="2880000" cy="1800000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30D73E3D-4440-42CA-B742-25901A67243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216000" y="3533686"/>
            <a:ext cx="2880000" cy="1800000"/>
          </a:xfrm>
          <a:prstGeom prst="rect">
            <a:avLst/>
          </a:prstGeom>
        </p:spPr>
      </p:pic>
      <p:pic>
        <p:nvPicPr>
          <p:cNvPr id="23" name="Picture 7">
            <a:extLst>
              <a:ext uri="{FF2B5EF4-FFF2-40B4-BE49-F238E27FC236}">
                <a16:creationId xmlns:a16="http://schemas.microsoft.com/office/drawing/2014/main" id="{EC046FF2-9592-4A85-AC05-2201C16DB0C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989500" y="3533686"/>
            <a:ext cx="2880000" cy="1800000"/>
          </a:xfrm>
          <a:prstGeom prst="rect">
            <a:avLst/>
          </a:prstGeom>
        </p:spPr>
      </p:pic>
      <p:pic>
        <p:nvPicPr>
          <p:cNvPr id="24" name="Picture 9">
            <a:extLst>
              <a:ext uri="{FF2B5EF4-FFF2-40B4-BE49-F238E27FC236}">
                <a16:creationId xmlns:a16="http://schemas.microsoft.com/office/drawing/2014/main" id="{A3A36D03-168F-4DB3-9F9B-DE5E0AE6EB40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8763802" y="3524878"/>
            <a:ext cx="2880000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Своя разработка: SQLite-кеш с TTL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каждый запрос к Loginom/Mistral — сетевой вызов на 2–10 секунд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858000" cy="16916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данных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 кеша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История покупок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history_{id}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мин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Рекомендации Mistral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mistral_{id}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мин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Рекомендации товаров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recommend_{id}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мин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Дашборд (SQL)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dashboard_all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мин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Выводы Mistral (дашборд)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dashboard_summary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мин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82880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F0F7FA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201168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на диске — кеш переживает перезапуск Flask. Синий бейдж «из кэша» показывает прозрачность работы.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Уровни клиента и двуязычный промпт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0F7F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Новичок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 заказов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54680" y="12344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0F7FA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1280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15468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2194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20–59 заказов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0" y="12344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0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280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76072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Лояльный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2194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60–119 заказов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66760" y="12344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0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280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6676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2194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заказов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Двуязычный промпт Mistral: русские товары → английский поиск в БД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отвечает: «Русское название / English keyword»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Английское слово ищется в SQLite (LIKE '%apple%')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видит путь: «Яблоки» → Organic Fuji Apple → отдел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Оптимизация SQL: ускорение в 44 раза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orders_prior — 32 миллиона строк. Запрос по категориям с JOIN не загружался.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7A1F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секунд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сразу по 32 млн строк, затем GROUP BY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1F6B4A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20116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секунды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GROUP BY по product_id (49 688 строк), потом JOIN + покрывающий индекс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UX-детали: прелоадер, CTA-кнопки, фильтр приветствий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F0F7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3441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Анимированный прелоадер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 меняются каждые 1.8 сек: «Загружаем историю…» → «Готовим рекомендации…»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F0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483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🎛️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3088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CTA-кнопки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060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Копировать, Обновить анализ (сброс кеша), Сохранить PDF (window.print)</a:t>
            </a:r>
            <a:endParaRPr lang="en-US" sz="1350" dirty="0"/>
          </a:p>
        </p:txBody>
      </p:sp>
      <p:pic>
        <p:nvPicPr>
          <p:cNvPr id="15" name="Picture 11">
            <a:extLst>
              <a:ext uri="{FF2B5EF4-FFF2-40B4-BE49-F238E27FC236}">
                <a16:creationId xmlns:a16="http://schemas.microsoft.com/office/drawing/2014/main" id="{5D9014E6-5928-4840-803E-2C87E4B6B89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20608" y="3145872"/>
            <a:ext cx="4705359" cy="32213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и поток данных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/history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1460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1295C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18288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82880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cache_get()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→ мгновенно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1295C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8288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82880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→ Loginom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cache_set(TTL=300)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1295C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132320" y="18288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82880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ask_mistral()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strip_greeting()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9828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1295C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326880" y="18288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182880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get_client_level()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render_template()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(7 эндпоинтов) → business_rules.py (Loginom, Mistral, SQLite, кеш) → templates/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проекта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8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Выполнены все требования методологии: Loginom (4 сервиса), Mistral AI, GitHub, 4 страницы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8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Добавлена собственная логика: кеш с TTL, уровни клиента, двуязычные рекомендации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8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SQL-запрос дашборда ускорен в 44 раза (107с → 2.4с)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8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продуман: прелоадеры, фильтр приветствий, CTA-кнопки, кеш-бейдж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4480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1223</Words>
  <Application>Microsoft Office PowerPoint</Application>
  <PresentationFormat>Широкоэкранный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Instacart Analytics Service</dc:title>
  <dc:subject>PptxGenJS Presentation</dc:subject>
  <dc:creator>Student</dc:creator>
  <cp:lastModifiedBy>User</cp:lastModifiedBy>
  <cp:revision>7</cp:revision>
  <dcterms:created xsi:type="dcterms:W3CDTF">2026-07-08T16:38:34Z</dcterms:created>
  <dcterms:modified xsi:type="dcterms:W3CDTF">2026-07-09T15:00:56Z</dcterms:modified>
</cp:coreProperties>
</file>